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embeddedFontLst>
    <p:embeddedFont>
      <p:font typeface="Google Sans" panose="020B0503030502040204" pitchFamily="3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28"/>
  </p:normalViewPr>
  <p:slideViewPr>
    <p:cSldViewPr snapToGrid="0">
      <p:cViewPr varScale="1">
        <p:scale>
          <a:sx n="153" d="100"/>
          <a:sy n="153" d="100"/>
        </p:scale>
        <p:origin x="5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2ec20341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2ec20341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74686" y="186113"/>
            <a:ext cx="8520600" cy="31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User task: </a:t>
            </a:r>
            <a:r>
              <a:rPr lang="en-ID" sz="1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Use Kayye to order books with home delivery service for returning user</a:t>
            </a:r>
            <a:br>
              <a:rPr lang="en-ID" sz="1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br>
              <a:rPr lang="en-ID" sz="1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400">
              <a:solidFill>
                <a:srgbClr val="3C40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" name="Google Shape;59;p14">
            <a:extLst>
              <a:ext uri="{FF2B5EF4-FFF2-40B4-BE49-F238E27FC236}">
                <a16:creationId xmlns:a16="http://schemas.microsoft.com/office/drawing/2014/main" id="{9140DB28-5FA5-42D2-62F4-2E5618DFEF0E}"/>
              </a:ext>
            </a:extLst>
          </p:cNvPr>
          <p:cNvGrpSpPr/>
          <p:nvPr/>
        </p:nvGrpSpPr>
        <p:grpSpPr>
          <a:xfrm>
            <a:off x="4004023" y="4059280"/>
            <a:ext cx="838219" cy="620743"/>
            <a:chOff x="377675" y="1588421"/>
            <a:chExt cx="1396800" cy="1034400"/>
          </a:xfrm>
        </p:grpSpPr>
        <p:sp>
          <p:nvSpPr>
            <p:cNvPr id="39" name="Google Shape;58;p14">
              <a:extLst>
                <a:ext uri="{FF2B5EF4-FFF2-40B4-BE49-F238E27FC236}">
                  <a16:creationId xmlns:a16="http://schemas.microsoft.com/office/drawing/2014/main" id="{809D7140-A1EB-BC55-EA2C-E3FB33E5A552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0" name="Google Shape;60;p14">
              <a:extLst>
                <a:ext uri="{FF2B5EF4-FFF2-40B4-BE49-F238E27FC236}">
                  <a16:creationId xmlns:a16="http://schemas.microsoft.com/office/drawing/2014/main" id="{672F8050-07EC-ACCF-9499-568807812CAD}"/>
                </a:ext>
              </a:extLst>
            </p:cNvPr>
            <p:cNvSpPr txBox="1"/>
            <p:nvPr/>
          </p:nvSpPr>
          <p:spPr>
            <a:xfrm>
              <a:off x="377675" y="1695210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Review order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41" name="Google Shape;61;p14">
            <a:extLst>
              <a:ext uri="{FF2B5EF4-FFF2-40B4-BE49-F238E27FC236}">
                <a16:creationId xmlns:a16="http://schemas.microsoft.com/office/drawing/2014/main" id="{8535EAFC-BEAE-E0E7-D2E6-5CE78089029D}"/>
              </a:ext>
            </a:extLst>
          </p:cNvPr>
          <p:cNvGrpSpPr/>
          <p:nvPr/>
        </p:nvGrpSpPr>
        <p:grpSpPr>
          <a:xfrm>
            <a:off x="7171448" y="4128562"/>
            <a:ext cx="922184" cy="414151"/>
            <a:chOff x="2823550" y="1758710"/>
            <a:chExt cx="1396800" cy="627300"/>
          </a:xfrm>
        </p:grpSpPr>
        <p:sp>
          <p:nvSpPr>
            <p:cNvPr id="42" name="Google Shape;62;p14">
              <a:extLst>
                <a:ext uri="{FF2B5EF4-FFF2-40B4-BE49-F238E27FC236}">
                  <a16:creationId xmlns:a16="http://schemas.microsoft.com/office/drawing/2014/main" id="{86C1430E-9BF2-386A-7D19-9EAD1C3CCF95}"/>
                </a:ext>
              </a:extLst>
            </p:cNvPr>
            <p:cNvSpPr/>
            <p:nvPr/>
          </p:nvSpPr>
          <p:spPr>
            <a:xfrm>
              <a:off x="2971223" y="1895381"/>
              <a:ext cx="1080600" cy="415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3" name="Google Shape;63;p14">
              <a:extLst>
                <a:ext uri="{FF2B5EF4-FFF2-40B4-BE49-F238E27FC236}">
                  <a16:creationId xmlns:a16="http://schemas.microsoft.com/office/drawing/2014/main" id="{1AF953EA-7AB2-7F9A-EABA-FEB2D264A9A3}"/>
                </a:ext>
              </a:extLst>
            </p:cNvPr>
            <p:cNvSpPr txBox="1"/>
            <p:nvPr/>
          </p:nvSpPr>
          <p:spPr>
            <a:xfrm>
              <a:off x="2823550" y="1758710"/>
              <a:ext cx="1396800" cy="6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Order succeed</a:t>
              </a:r>
              <a:endParaRPr sz="900" b="1">
                <a:solidFill>
                  <a:srgbClr val="E374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44" name="Google Shape;67;p14">
            <a:extLst>
              <a:ext uri="{FF2B5EF4-FFF2-40B4-BE49-F238E27FC236}">
                <a16:creationId xmlns:a16="http://schemas.microsoft.com/office/drawing/2014/main" id="{336D0C4D-43AB-1CF4-2EE3-D90A2E8121B4}"/>
              </a:ext>
            </a:extLst>
          </p:cNvPr>
          <p:cNvGrpSpPr/>
          <p:nvPr/>
        </p:nvGrpSpPr>
        <p:grpSpPr>
          <a:xfrm>
            <a:off x="5402098" y="3742385"/>
            <a:ext cx="1253928" cy="1021743"/>
            <a:chOff x="3733598" y="1765961"/>
            <a:chExt cx="1302344" cy="1061194"/>
          </a:xfrm>
        </p:grpSpPr>
        <p:grpSp>
          <p:nvGrpSpPr>
            <p:cNvPr id="45" name="Google Shape;68;p14">
              <a:extLst>
                <a:ext uri="{FF2B5EF4-FFF2-40B4-BE49-F238E27FC236}">
                  <a16:creationId xmlns:a16="http://schemas.microsoft.com/office/drawing/2014/main" id="{E5DC0FE1-F2FF-2E1A-AAEE-46304E93EBF0}"/>
                </a:ext>
              </a:extLst>
            </p:cNvPr>
            <p:cNvGrpSpPr/>
            <p:nvPr/>
          </p:nvGrpSpPr>
          <p:grpSpPr>
            <a:xfrm>
              <a:off x="3733598" y="1993635"/>
              <a:ext cx="1203158" cy="833520"/>
              <a:chOff x="5091758" y="1588400"/>
              <a:chExt cx="1493123" cy="1034400"/>
            </a:xfrm>
          </p:grpSpPr>
          <p:sp>
            <p:nvSpPr>
              <p:cNvPr id="48" name="Google Shape;69;p14">
                <a:extLst>
                  <a:ext uri="{FF2B5EF4-FFF2-40B4-BE49-F238E27FC236}">
                    <a16:creationId xmlns:a16="http://schemas.microsoft.com/office/drawing/2014/main" id="{E781E79B-AEAD-58D0-581F-6D685423828D}"/>
                  </a:ext>
                </a:extLst>
              </p:cNvPr>
              <p:cNvSpPr/>
              <p:nvPr/>
            </p:nvSpPr>
            <p:spPr>
              <a:xfrm>
                <a:off x="5281670" y="1588400"/>
                <a:ext cx="1113300" cy="1034400"/>
              </a:xfrm>
              <a:prstGeom prst="diamond">
                <a:avLst/>
              </a:prstGeom>
              <a:noFill/>
              <a:ln w="19050" cap="flat" cmpd="sng">
                <a:solidFill>
                  <a:srgbClr val="4285F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rgbClr val="4285F4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49" name="Google Shape;70;p14">
                <a:extLst>
                  <a:ext uri="{FF2B5EF4-FFF2-40B4-BE49-F238E27FC236}">
                    <a16:creationId xmlns:a16="http://schemas.microsoft.com/office/drawing/2014/main" id="{5842E8C2-780F-0242-80A8-ADEB4FF5EBA8}"/>
                  </a:ext>
                </a:extLst>
              </p:cNvPr>
              <p:cNvSpPr txBox="1"/>
              <p:nvPr/>
            </p:nvSpPr>
            <p:spPr>
              <a:xfrm>
                <a:off x="5091758" y="1791558"/>
                <a:ext cx="1493123" cy="591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>
                    <a:solidFill>
                      <a:srgbClr val="1967D2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Checkout confirma-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>
                    <a:solidFill>
                      <a:srgbClr val="1967D2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tions</a:t>
                </a:r>
                <a:endParaRPr sz="800" b="1">
                  <a:solidFill>
                    <a:srgbClr val="1967D2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sp>
          <p:nvSpPr>
            <p:cNvPr id="46" name="Google Shape;71;p14">
              <a:extLst>
                <a:ext uri="{FF2B5EF4-FFF2-40B4-BE49-F238E27FC236}">
                  <a16:creationId xmlns:a16="http://schemas.microsoft.com/office/drawing/2014/main" id="{A74F6E14-3AA1-A9C3-7023-601A9C488A75}"/>
                </a:ext>
              </a:extLst>
            </p:cNvPr>
            <p:cNvSpPr txBox="1"/>
            <p:nvPr/>
          </p:nvSpPr>
          <p:spPr>
            <a:xfrm>
              <a:off x="4755442" y="2218355"/>
              <a:ext cx="2805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latin typeface="Google Sans"/>
                  <a:ea typeface="Google Sans"/>
                  <a:cs typeface="Google Sans"/>
                  <a:sym typeface="Google Sans"/>
                </a:rPr>
                <a:t>Y</a:t>
              </a:r>
              <a:endParaRPr sz="900"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DA931B92-E44C-0759-1A3A-A0BE4BD0D065}"/>
                </a:ext>
              </a:extLst>
            </p:cNvPr>
            <p:cNvSpPr txBox="1"/>
            <p:nvPr/>
          </p:nvSpPr>
          <p:spPr>
            <a:xfrm>
              <a:off x="4005556" y="1765961"/>
              <a:ext cx="280500" cy="36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000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N</a:t>
              </a:r>
              <a:endParaRPr b="1"/>
            </a:p>
          </p:txBody>
        </p:sp>
      </p:grpSp>
      <p:grpSp>
        <p:nvGrpSpPr>
          <p:cNvPr id="50" name="Google Shape;59;p14">
            <a:extLst>
              <a:ext uri="{FF2B5EF4-FFF2-40B4-BE49-F238E27FC236}">
                <a16:creationId xmlns:a16="http://schemas.microsoft.com/office/drawing/2014/main" id="{AB3295FD-E2A8-F553-8614-23BF6D419044}"/>
              </a:ext>
            </a:extLst>
          </p:cNvPr>
          <p:cNvGrpSpPr/>
          <p:nvPr/>
        </p:nvGrpSpPr>
        <p:grpSpPr>
          <a:xfrm>
            <a:off x="1075318" y="4061336"/>
            <a:ext cx="838219" cy="620743"/>
            <a:chOff x="377675" y="1588421"/>
            <a:chExt cx="1396800" cy="1034400"/>
          </a:xfrm>
        </p:grpSpPr>
        <p:sp>
          <p:nvSpPr>
            <p:cNvPr id="51" name="Google Shape;58;p14">
              <a:extLst>
                <a:ext uri="{FF2B5EF4-FFF2-40B4-BE49-F238E27FC236}">
                  <a16:creationId xmlns:a16="http://schemas.microsoft.com/office/drawing/2014/main" id="{3CAABA78-C0D9-B9E7-1F5B-ED4672D39D9B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2" name="Google Shape;60;p14">
              <a:extLst>
                <a:ext uri="{FF2B5EF4-FFF2-40B4-BE49-F238E27FC236}">
                  <a16:creationId xmlns:a16="http://schemas.microsoft.com/office/drawing/2014/main" id="{7A76D9F7-4F20-452B-9D30-E31D4EC9624E}"/>
                </a:ext>
              </a:extLst>
            </p:cNvPr>
            <p:cNvSpPr txBox="1"/>
            <p:nvPr/>
          </p:nvSpPr>
          <p:spPr>
            <a:xfrm>
              <a:off x="377675" y="1739314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Confirm order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3" name="Google Shape;59;p14">
            <a:extLst>
              <a:ext uri="{FF2B5EF4-FFF2-40B4-BE49-F238E27FC236}">
                <a16:creationId xmlns:a16="http://schemas.microsoft.com/office/drawing/2014/main" id="{591ACA8B-76BF-76FC-EC81-346AA55AEA03}"/>
              </a:ext>
            </a:extLst>
          </p:cNvPr>
          <p:cNvGrpSpPr/>
          <p:nvPr/>
        </p:nvGrpSpPr>
        <p:grpSpPr>
          <a:xfrm>
            <a:off x="723069" y="2905574"/>
            <a:ext cx="838219" cy="633423"/>
            <a:chOff x="377675" y="1588421"/>
            <a:chExt cx="1396800" cy="1055530"/>
          </a:xfrm>
        </p:grpSpPr>
        <p:sp>
          <p:nvSpPr>
            <p:cNvPr id="54" name="Google Shape;58;p14">
              <a:extLst>
                <a:ext uri="{FF2B5EF4-FFF2-40B4-BE49-F238E27FC236}">
                  <a16:creationId xmlns:a16="http://schemas.microsoft.com/office/drawing/2014/main" id="{57C3B7DC-14C0-D2B5-40EB-7EFA8D1AC34C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5" name="Google Shape;60;p14">
              <a:extLst>
                <a:ext uri="{FF2B5EF4-FFF2-40B4-BE49-F238E27FC236}">
                  <a16:creationId xmlns:a16="http://schemas.microsoft.com/office/drawing/2014/main" id="{B99E6B03-3BA9-196D-4E2E-1182B559452D}"/>
                </a:ext>
              </a:extLst>
            </p:cNvPr>
            <p:cNvSpPr txBox="1"/>
            <p:nvPr/>
          </p:nvSpPr>
          <p:spPr>
            <a:xfrm>
              <a:off x="377675" y="1612800"/>
              <a:ext cx="1396800" cy="1031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saved address </a:t>
              </a:r>
              <a:endParaRPr sz="9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6" name="Google Shape;59;p14">
            <a:extLst>
              <a:ext uri="{FF2B5EF4-FFF2-40B4-BE49-F238E27FC236}">
                <a16:creationId xmlns:a16="http://schemas.microsoft.com/office/drawing/2014/main" id="{9652F63A-637F-476A-EBA8-4A8DB62FC244}"/>
              </a:ext>
            </a:extLst>
          </p:cNvPr>
          <p:cNvGrpSpPr/>
          <p:nvPr/>
        </p:nvGrpSpPr>
        <p:grpSpPr>
          <a:xfrm>
            <a:off x="719075" y="2222747"/>
            <a:ext cx="838219" cy="620743"/>
            <a:chOff x="377675" y="1588421"/>
            <a:chExt cx="1396800" cy="1034400"/>
          </a:xfrm>
        </p:grpSpPr>
        <p:sp>
          <p:nvSpPr>
            <p:cNvPr id="57" name="Google Shape;58;p14">
              <a:extLst>
                <a:ext uri="{FF2B5EF4-FFF2-40B4-BE49-F238E27FC236}">
                  <a16:creationId xmlns:a16="http://schemas.microsoft.com/office/drawing/2014/main" id="{B374E985-28C4-FFE4-F90A-A38DCAD5C2AE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8" name="Google Shape;60;p14">
              <a:extLst>
                <a:ext uri="{FF2B5EF4-FFF2-40B4-BE49-F238E27FC236}">
                  <a16:creationId xmlns:a16="http://schemas.microsoft.com/office/drawing/2014/main" id="{57C06F64-488E-0C8B-BC09-3AD6E157E3E2}"/>
                </a:ext>
              </a:extLst>
            </p:cNvPr>
            <p:cNvSpPr txBox="1"/>
            <p:nvPr/>
          </p:nvSpPr>
          <p:spPr>
            <a:xfrm>
              <a:off x="377675" y="1661952"/>
              <a:ext cx="1396800" cy="797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Enter address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9" name="Google Shape;59;p14">
            <a:extLst>
              <a:ext uri="{FF2B5EF4-FFF2-40B4-BE49-F238E27FC236}">
                <a16:creationId xmlns:a16="http://schemas.microsoft.com/office/drawing/2014/main" id="{F11CCE52-8E24-2EDC-14A6-CB1BB7A50B19}"/>
              </a:ext>
            </a:extLst>
          </p:cNvPr>
          <p:cNvGrpSpPr/>
          <p:nvPr/>
        </p:nvGrpSpPr>
        <p:grpSpPr>
          <a:xfrm>
            <a:off x="1967131" y="2540865"/>
            <a:ext cx="838219" cy="629473"/>
            <a:chOff x="377675" y="1588421"/>
            <a:chExt cx="1396800" cy="1048951"/>
          </a:xfrm>
        </p:grpSpPr>
        <p:sp>
          <p:nvSpPr>
            <p:cNvPr id="60" name="Google Shape;58;p14">
              <a:extLst>
                <a:ext uri="{FF2B5EF4-FFF2-40B4-BE49-F238E27FC236}">
                  <a16:creationId xmlns:a16="http://schemas.microsoft.com/office/drawing/2014/main" id="{9C09380B-05D4-7367-6FFF-130851DFB760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61" name="Google Shape;60;p14">
              <a:extLst>
                <a:ext uri="{FF2B5EF4-FFF2-40B4-BE49-F238E27FC236}">
                  <a16:creationId xmlns:a16="http://schemas.microsoft.com/office/drawing/2014/main" id="{DB492C08-EA10-B0E5-E098-05EB5D26185E}"/>
                </a:ext>
              </a:extLst>
            </p:cNvPr>
            <p:cNvSpPr txBox="1"/>
            <p:nvPr/>
          </p:nvSpPr>
          <p:spPr>
            <a:xfrm>
              <a:off x="377675" y="1602975"/>
              <a:ext cx="1396800" cy="10343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home delivery </a:t>
              </a:r>
              <a:endParaRPr sz="9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62" name="Google Shape;59;p14">
            <a:extLst>
              <a:ext uri="{FF2B5EF4-FFF2-40B4-BE49-F238E27FC236}">
                <a16:creationId xmlns:a16="http://schemas.microsoft.com/office/drawing/2014/main" id="{1AB670D1-42DA-F805-1532-3C9C7D70E84B}"/>
              </a:ext>
            </a:extLst>
          </p:cNvPr>
          <p:cNvGrpSpPr/>
          <p:nvPr/>
        </p:nvGrpSpPr>
        <p:grpSpPr>
          <a:xfrm>
            <a:off x="3312709" y="2526241"/>
            <a:ext cx="838219" cy="635373"/>
            <a:chOff x="377675" y="1588421"/>
            <a:chExt cx="1396800" cy="1058779"/>
          </a:xfrm>
        </p:grpSpPr>
        <p:sp>
          <p:nvSpPr>
            <p:cNvPr id="63" name="Google Shape;58;p14">
              <a:extLst>
                <a:ext uri="{FF2B5EF4-FFF2-40B4-BE49-F238E27FC236}">
                  <a16:creationId xmlns:a16="http://schemas.microsoft.com/office/drawing/2014/main" id="{7230F828-B370-BAFB-1C4A-7422AF9CD3BD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64" name="Google Shape;60;p14">
              <a:extLst>
                <a:ext uri="{FF2B5EF4-FFF2-40B4-BE49-F238E27FC236}">
                  <a16:creationId xmlns:a16="http://schemas.microsoft.com/office/drawing/2014/main" id="{B89C4025-BA74-E794-4A91-F6DF7D6AC64B}"/>
                </a:ext>
              </a:extLst>
            </p:cNvPr>
            <p:cNvSpPr txBox="1"/>
            <p:nvPr/>
          </p:nvSpPr>
          <p:spPr>
            <a:xfrm>
              <a:off x="377675" y="1612800"/>
              <a:ext cx="13968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Payment method </a:t>
              </a:r>
              <a:endParaRPr sz="9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65" name="Google Shape;59;p14">
            <a:extLst>
              <a:ext uri="{FF2B5EF4-FFF2-40B4-BE49-F238E27FC236}">
                <a16:creationId xmlns:a16="http://schemas.microsoft.com/office/drawing/2014/main" id="{F2F6ABFF-D402-2A83-29CE-BAA01B6405CD}"/>
              </a:ext>
            </a:extLst>
          </p:cNvPr>
          <p:cNvGrpSpPr/>
          <p:nvPr/>
        </p:nvGrpSpPr>
        <p:grpSpPr>
          <a:xfrm>
            <a:off x="4657562" y="2518113"/>
            <a:ext cx="838219" cy="620743"/>
            <a:chOff x="377675" y="1588421"/>
            <a:chExt cx="1396800" cy="1034400"/>
          </a:xfrm>
        </p:grpSpPr>
        <p:sp>
          <p:nvSpPr>
            <p:cNvPr id="66" name="Google Shape;58;p14">
              <a:extLst>
                <a:ext uri="{FF2B5EF4-FFF2-40B4-BE49-F238E27FC236}">
                  <a16:creationId xmlns:a16="http://schemas.microsoft.com/office/drawing/2014/main" id="{F03679D0-8202-364C-20B2-CE74B0D40E0E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67" name="Google Shape;60;p14">
              <a:extLst>
                <a:ext uri="{FF2B5EF4-FFF2-40B4-BE49-F238E27FC236}">
                  <a16:creationId xmlns:a16="http://schemas.microsoft.com/office/drawing/2014/main" id="{3BD899A8-FE75-29C1-266A-C411F970E67C}"/>
                </a:ext>
              </a:extLst>
            </p:cNvPr>
            <p:cNvSpPr txBox="1"/>
            <p:nvPr/>
          </p:nvSpPr>
          <p:spPr>
            <a:xfrm>
              <a:off x="377675" y="1691446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format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68" name="Google Shape;59;p14">
            <a:extLst>
              <a:ext uri="{FF2B5EF4-FFF2-40B4-BE49-F238E27FC236}">
                <a16:creationId xmlns:a16="http://schemas.microsoft.com/office/drawing/2014/main" id="{C8E2DF02-E838-C602-10CC-B8C26072C186}"/>
              </a:ext>
            </a:extLst>
          </p:cNvPr>
          <p:cNvGrpSpPr/>
          <p:nvPr/>
        </p:nvGrpSpPr>
        <p:grpSpPr>
          <a:xfrm>
            <a:off x="7674570" y="967766"/>
            <a:ext cx="838219" cy="631161"/>
            <a:chOff x="377675" y="1571061"/>
            <a:chExt cx="1396800" cy="1051760"/>
          </a:xfrm>
        </p:grpSpPr>
        <p:sp>
          <p:nvSpPr>
            <p:cNvPr id="69" name="Google Shape;58;p14">
              <a:extLst>
                <a:ext uri="{FF2B5EF4-FFF2-40B4-BE49-F238E27FC236}">
                  <a16:creationId xmlns:a16="http://schemas.microsoft.com/office/drawing/2014/main" id="{C2D45F54-C4DC-5050-57F3-22B8BC8DF891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70" name="Google Shape;60;p14">
              <a:extLst>
                <a:ext uri="{FF2B5EF4-FFF2-40B4-BE49-F238E27FC236}">
                  <a16:creationId xmlns:a16="http://schemas.microsoft.com/office/drawing/2014/main" id="{2269C1C9-7E94-954C-8E94-E4F53CD8B22A}"/>
                </a:ext>
              </a:extLst>
            </p:cNvPr>
            <p:cNvSpPr txBox="1"/>
            <p:nvPr/>
          </p:nvSpPr>
          <p:spPr>
            <a:xfrm>
              <a:off x="377675" y="1571061"/>
              <a:ext cx="1396800" cy="1018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Read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book details </a:t>
              </a:r>
              <a:endParaRPr sz="10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71" name="Google Shape;59;p14">
            <a:extLst>
              <a:ext uri="{FF2B5EF4-FFF2-40B4-BE49-F238E27FC236}">
                <a16:creationId xmlns:a16="http://schemas.microsoft.com/office/drawing/2014/main" id="{795C8A28-D4C0-2C1E-74E3-2BFDB999579F}"/>
              </a:ext>
            </a:extLst>
          </p:cNvPr>
          <p:cNvGrpSpPr/>
          <p:nvPr/>
        </p:nvGrpSpPr>
        <p:grpSpPr>
          <a:xfrm>
            <a:off x="6512241" y="986662"/>
            <a:ext cx="838219" cy="620743"/>
            <a:chOff x="377675" y="1588421"/>
            <a:chExt cx="1396800" cy="1034400"/>
          </a:xfrm>
        </p:grpSpPr>
        <p:sp>
          <p:nvSpPr>
            <p:cNvPr id="72" name="Google Shape;58;p14">
              <a:extLst>
                <a:ext uri="{FF2B5EF4-FFF2-40B4-BE49-F238E27FC236}">
                  <a16:creationId xmlns:a16="http://schemas.microsoft.com/office/drawing/2014/main" id="{A4C4D3A9-6B3B-CDD8-474B-CFE5013752C4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73" name="Google Shape;60;p14">
              <a:extLst>
                <a:ext uri="{FF2B5EF4-FFF2-40B4-BE49-F238E27FC236}">
                  <a16:creationId xmlns:a16="http://schemas.microsoft.com/office/drawing/2014/main" id="{350D8A01-085F-EA95-C9E8-B985BAACDE44}"/>
                </a:ext>
              </a:extLst>
            </p:cNvPr>
            <p:cNvSpPr txBox="1"/>
            <p:nvPr/>
          </p:nvSpPr>
          <p:spPr>
            <a:xfrm>
              <a:off x="377675" y="1733979"/>
              <a:ext cx="1396800" cy="750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a book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74" name="Google Shape;59;p14">
            <a:extLst>
              <a:ext uri="{FF2B5EF4-FFF2-40B4-BE49-F238E27FC236}">
                <a16:creationId xmlns:a16="http://schemas.microsoft.com/office/drawing/2014/main" id="{303AF4CE-9126-D30F-9A5E-BDE7787A96DC}"/>
              </a:ext>
            </a:extLst>
          </p:cNvPr>
          <p:cNvGrpSpPr/>
          <p:nvPr/>
        </p:nvGrpSpPr>
        <p:grpSpPr>
          <a:xfrm>
            <a:off x="3816260" y="1332834"/>
            <a:ext cx="838219" cy="620743"/>
            <a:chOff x="387258" y="1588421"/>
            <a:chExt cx="1396800" cy="1034400"/>
          </a:xfrm>
        </p:grpSpPr>
        <p:sp>
          <p:nvSpPr>
            <p:cNvPr id="75" name="Google Shape;58;p14">
              <a:extLst>
                <a:ext uri="{FF2B5EF4-FFF2-40B4-BE49-F238E27FC236}">
                  <a16:creationId xmlns:a16="http://schemas.microsoft.com/office/drawing/2014/main" id="{1083C2F2-10D1-8F51-3669-C62E92CF79D4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76" name="Google Shape;60;p14">
              <a:extLst>
                <a:ext uri="{FF2B5EF4-FFF2-40B4-BE49-F238E27FC236}">
                  <a16:creationId xmlns:a16="http://schemas.microsoft.com/office/drawing/2014/main" id="{385212D3-F70C-AAA0-DD48-775101BBE263}"/>
                </a:ext>
              </a:extLst>
            </p:cNvPr>
            <p:cNvSpPr txBox="1"/>
            <p:nvPr/>
          </p:nvSpPr>
          <p:spPr>
            <a:xfrm>
              <a:off x="387258" y="1670054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Select category </a:t>
              </a:r>
              <a:endParaRPr sz="105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78" name="Google Shape;59;p14">
            <a:extLst>
              <a:ext uri="{FF2B5EF4-FFF2-40B4-BE49-F238E27FC236}">
                <a16:creationId xmlns:a16="http://schemas.microsoft.com/office/drawing/2014/main" id="{30D193D8-E144-25E6-5C84-7763C98FBE8B}"/>
              </a:ext>
            </a:extLst>
          </p:cNvPr>
          <p:cNvGrpSpPr/>
          <p:nvPr/>
        </p:nvGrpSpPr>
        <p:grpSpPr>
          <a:xfrm>
            <a:off x="228214" y="970506"/>
            <a:ext cx="838219" cy="620743"/>
            <a:chOff x="377675" y="1588421"/>
            <a:chExt cx="1396800" cy="1034400"/>
          </a:xfrm>
        </p:grpSpPr>
        <p:sp>
          <p:nvSpPr>
            <p:cNvPr id="79" name="Google Shape;58;p14">
              <a:extLst>
                <a:ext uri="{FF2B5EF4-FFF2-40B4-BE49-F238E27FC236}">
                  <a16:creationId xmlns:a16="http://schemas.microsoft.com/office/drawing/2014/main" id="{48EAF908-62BA-53BC-1232-B3B39C34EBF8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80" name="Google Shape;60;p14">
              <a:extLst>
                <a:ext uri="{FF2B5EF4-FFF2-40B4-BE49-F238E27FC236}">
                  <a16:creationId xmlns:a16="http://schemas.microsoft.com/office/drawing/2014/main" id="{53B04D9A-2118-CF98-C761-25A3AC82BB6B}"/>
                </a:ext>
              </a:extLst>
            </p:cNvPr>
            <p:cNvSpPr txBox="1"/>
            <p:nvPr/>
          </p:nvSpPr>
          <p:spPr>
            <a:xfrm>
              <a:off x="377675" y="1702729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Open app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81" name="Google Shape;59;p14">
            <a:extLst>
              <a:ext uri="{FF2B5EF4-FFF2-40B4-BE49-F238E27FC236}">
                <a16:creationId xmlns:a16="http://schemas.microsoft.com/office/drawing/2014/main" id="{8F5A1C2B-E029-7A3C-50FD-5FF06C7B242F}"/>
              </a:ext>
            </a:extLst>
          </p:cNvPr>
          <p:cNvGrpSpPr/>
          <p:nvPr/>
        </p:nvGrpSpPr>
        <p:grpSpPr>
          <a:xfrm>
            <a:off x="2648233" y="644249"/>
            <a:ext cx="838219" cy="620743"/>
            <a:chOff x="377675" y="1588421"/>
            <a:chExt cx="1396800" cy="1034400"/>
          </a:xfrm>
        </p:grpSpPr>
        <p:sp>
          <p:nvSpPr>
            <p:cNvPr id="82" name="Google Shape;58;p14">
              <a:extLst>
                <a:ext uri="{FF2B5EF4-FFF2-40B4-BE49-F238E27FC236}">
                  <a16:creationId xmlns:a16="http://schemas.microsoft.com/office/drawing/2014/main" id="{87CB0CA6-6922-2932-45AF-071EE897DC09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83" name="Google Shape;60;p14">
              <a:extLst>
                <a:ext uri="{FF2B5EF4-FFF2-40B4-BE49-F238E27FC236}">
                  <a16:creationId xmlns:a16="http://schemas.microsoft.com/office/drawing/2014/main" id="{6101E2B9-DF19-6DAA-1A24-2F77E253F298}"/>
                </a:ext>
              </a:extLst>
            </p:cNvPr>
            <p:cNvSpPr txBox="1"/>
            <p:nvPr/>
          </p:nvSpPr>
          <p:spPr>
            <a:xfrm>
              <a:off x="377675" y="1701472"/>
              <a:ext cx="1396800" cy="785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Search books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84" name="Google Shape;59;p14">
            <a:extLst>
              <a:ext uri="{FF2B5EF4-FFF2-40B4-BE49-F238E27FC236}">
                <a16:creationId xmlns:a16="http://schemas.microsoft.com/office/drawing/2014/main" id="{1DF595DA-997A-AE8D-44B2-F1083F7F7862}"/>
              </a:ext>
            </a:extLst>
          </p:cNvPr>
          <p:cNvGrpSpPr/>
          <p:nvPr/>
        </p:nvGrpSpPr>
        <p:grpSpPr>
          <a:xfrm>
            <a:off x="2648233" y="1332834"/>
            <a:ext cx="838219" cy="620743"/>
            <a:chOff x="377675" y="1588421"/>
            <a:chExt cx="1396800" cy="1034400"/>
          </a:xfrm>
        </p:grpSpPr>
        <p:sp>
          <p:nvSpPr>
            <p:cNvPr id="85" name="Google Shape;58;p14">
              <a:extLst>
                <a:ext uri="{FF2B5EF4-FFF2-40B4-BE49-F238E27FC236}">
                  <a16:creationId xmlns:a16="http://schemas.microsoft.com/office/drawing/2014/main" id="{466BEFCB-2CDC-4CBD-5B7B-D36483454D2B}"/>
                </a:ext>
              </a:extLst>
            </p:cNvPr>
            <p:cNvSpPr/>
            <p:nvPr/>
          </p:nvSpPr>
          <p:spPr>
            <a:xfrm>
              <a:off x="535819" y="1588421"/>
              <a:ext cx="1080600" cy="1034400"/>
            </a:xfrm>
            <a:prstGeom prst="ellipse">
              <a:avLst/>
            </a:prstGeom>
            <a:noFill/>
            <a:ln w="19050" cap="flat" cmpd="sng">
              <a:solidFill>
                <a:srgbClr val="33A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86" name="Google Shape;60;p14">
              <a:extLst>
                <a:ext uri="{FF2B5EF4-FFF2-40B4-BE49-F238E27FC236}">
                  <a16:creationId xmlns:a16="http://schemas.microsoft.com/office/drawing/2014/main" id="{5822E592-7990-3B22-62C6-4813BE958623}"/>
                </a:ext>
              </a:extLst>
            </p:cNvPr>
            <p:cNvSpPr txBox="1"/>
            <p:nvPr/>
          </p:nvSpPr>
          <p:spPr>
            <a:xfrm>
              <a:off x="377675" y="1701472"/>
              <a:ext cx="1396800" cy="764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8803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Filter books </a:t>
              </a:r>
              <a:endParaRPr sz="1100" b="1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88" name="Google Shape;61;p14">
            <a:extLst>
              <a:ext uri="{FF2B5EF4-FFF2-40B4-BE49-F238E27FC236}">
                <a16:creationId xmlns:a16="http://schemas.microsoft.com/office/drawing/2014/main" id="{8E994872-136C-A083-213C-1CB504CD0CA5}"/>
              </a:ext>
            </a:extLst>
          </p:cNvPr>
          <p:cNvGrpSpPr/>
          <p:nvPr/>
        </p:nvGrpSpPr>
        <p:grpSpPr>
          <a:xfrm>
            <a:off x="2463338" y="4163478"/>
            <a:ext cx="922184" cy="414151"/>
            <a:chOff x="2822502" y="1756633"/>
            <a:chExt cx="1396800" cy="627300"/>
          </a:xfrm>
        </p:grpSpPr>
        <p:sp>
          <p:nvSpPr>
            <p:cNvPr id="89" name="Google Shape;62;p14">
              <a:extLst>
                <a:ext uri="{FF2B5EF4-FFF2-40B4-BE49-F238E27FC236}">
                  <a16:creationId xmlns:a16="http://schemas.microsoft.com/office/drawing/2014/main" id="{21F18B81-1E29-0736-33B6-DC174CCB5905}"/>
                </a:ext>
              </a:extLst>
            </p:cNvPr>
            <p:cNvSpPr/>
            <p:nvPr/>
          </p:nvSpPr>
          <p:spPr>
            <a:xfrm>
              <a:off x="2971223" y="1895381"/>
              <a:ext cx="1080600" cy="415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90" name="Google Shape;63;p14">
              <a:extLst>
                <a:ext uri="{FF2B5EF4-FFF2-40B4-BE49-F238E27FC236}">
                  <a16:creationId xmlns:a16="http://schemas.microsoft.com/office/drawing/2014/main" id="{89FD71F1-0B6F-525A-A532-C55F541EFC0A}"/>
                </a:ext>
              </a:extLst>
            </p:cNvPr>
            <p:cNvSpPr txBox="1"/>
            <p:nvPr/>
          </p:nvSpPr>
          <p:spPr>
            <a:xfrm>
              <a:off x="2822502" y="1756633"/>
              <a:ext cx="1396800" cy="6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Order preview</a:t>
              </a:r>
              <a:endParaRPr sz="900" b="1">
                <a:solidFill>
                  <a:srgbClr val="E374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91" name="Google Shape;61;p14">
            <a:extLst>
              <a:ext uri="{FF2B5EF4-FFF2-40B4-BE49-F238E27FC236}">
                <a16:creationId xmlns:a16="http://schemas.microsoft.com/office/drawing/2014/main" id="{81492AD4-38A7-EA38-CDCF-753FAEF77B6B}"/>
              </a:ext>
            </a:extLst>
          </p:cNvPr>
          <p:cNvGrpSpPr/>
          <p:nvPr/>
        </p:nvGrpSpPr>
        <p:grpSpPr>
          <a:xfrm>
            <a:off x="6051149" y="2599222"/>
            <a:ext cx="922184" cy="458631"/>
            <a:chOff x="2822502" y="1755875"/>
            <a:chExt cx="1396800" cy="694672"/>
          </a:xfrm>
        </p:grpSpPr>
        <p:sp>
          <p:nvSpPr>
            <p:cNvPr id="92" name="Google Shape;62;p14">
              <a:extLst>
                <a:ext uri="{FF2B5EF4-FFF2-40B4-BE49-F238E27FC236}">
                  <a16:creationId xmlns:a16="http://schemas.microsoft.com/office/drawing/2014/main" id="{9E65A296-FE3D-81A4-F284-BDE648CB417E}"/>
                </a:ext>
              </a:extLst>
            </p:cNvPr>
            <p:cNvSpPr/>
            <p:nvPr/>
          </p:nvSpPr>
          <p:spPr>
            <a:xfrm>
              <a:off x="2971223" y="1895381"/>
              <a:ext cx="1080600" cy="415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93" name="Google Shape;63;p14">
              <a:extLst>
                <a:ext uri="{FF2B5EF4-FFF2-40B4-BE49-F238E27FC236}">
                  <a16:creationId xmlns:a16="http://schemas.microsoft.com/office/drawing/2014/main" id="{10A558D2-B1DE-7B09-EE96-FE53032C1E83}"/>
                </a:ext>
              </a:extLst>
            </p:cNvPr>
            <p:cNvSpPr txBox="1"/>
            <p:nvPr/>
          </p:nvSpPr>
          <p:spPr>
            <a:xfrm>
              <a:off x="2822502" y="1755875"/>
              <a:ext cx="1396800" cy="694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Order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Screen</a:t>
              </a:r>
              <a:endParaRPr sz="900" b="1">
                <a:solidFill>
                  <a:srgbClr val="E374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94" name="Google Shape;61;p14">
            <a:extLst>
              <a:ext uri="{FF2B5EF4-FFF2-40B4-BE49-F238E27FC236}">
                <a16:creationId xmlns:a16="http://schemas.microsoft.com/office/drawing/2014/main" id="{480F0ED8-2A72-714E-EC7D-73F4DEFFD1C4}"/>
              </a:ext>
            </a:extLst>
          </p:cNvPr>
          <p:cNvGrpSpPr/>
          <p:nvPr/>
        </p:nvGrpSpPr>
        <p:grpSpPr>
          <a:xfrm>
            <a:off x="5163101" y="1141726"/>
            <a:ext cx="922184" cy="414151"/>
            <a:chOff x="2822502" y="1868177"/>
            <a:chExt cx="1396800" cy="627300"/>
          </a:xfrm>
        </p:grpSpPr>
        <p:sp>
          <p:nvSpPr>
            <p:cNvPr id="95" name="Google Shape;62;p14">
              <a:extLst>
                <a:ext uri="{FF2B5EF4-FFF2-40B4-BE49-F238E27FC236}">
                  <a16:creationId xmlns:a16="http://schemas.microsoft.com/office/drawing/2014/main" id="{D0375DC5-17DF-4F8E-2CEE-91227A74F549}"/>
                </a:ext>
              </a:extLst>
            </p:cNvPr>
            <p:cNvSpPr/>
            <p:nvPr/>
          </p:nvSpPr>
          <p:spPr>
            <a:xfrm>
              <a:off x="2971223" y="1895381"/>
              <a:ext cx="1080600" cy="415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96" name="Google Shape;63;p14">
              <a:extLst>
                <a:ext uri="{FF2B5EF4-FFF2-40B4-BE49-F238E27FC236}">
                  <a16:creationId xmlns:a16="http://schemas.microsoft.com/office/drawing/2014/main" id="{A1247190-10CE-3614-71E9-E4DD7F8752AE}"/>
                </a:ext>
              </a:extLst>
            </p:cNvPr>
            <p:cNvSpPr txBox="1"/>
            <p:nvPr/>
          </p:nvSpPr>
          <p:spPr>
            <a:xfrm>
              <a:off x="2822502" y="1868177"/>
              <a:ext cx="1396800" cy="6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Library</a:t>
              </a:r>
              <a:endParaRPr sz="1100" b="1">
                <a:solidFill>
                  <a:srgbClr val="E374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97" name="Google Shape;61;p14">
            <a:extLst>
              <a:ext uri="{FF2B5EF4-FFF2-40B4-BE49-F238E27FC236}">
                <a16:creationId xmlns:a16="http://schemas.microsoft.com/office/drawing/2014/main" id="{74F2FEC3-66D1-95AB-DFF8-87FF14135789}"/>
              </a:ext>
            </a:extLst>
          </p:cNvPr>
          <p:cNvGrpSpPr/>
          <p:nvPr/>
        </p:nvGrpSpPr>
        <p:grpSpPr>
          <a:xfrm>
            <a:off x="1396241" y="1125758"/>
            <a:ext cx="922184" cy="414151"/>
            <a:chOff x="2822503" y="1868176"/>
            <a:chExt cx="1396801" cy="627300"/>
          </a:xfrm>
        </p:grpSpPr>
        <p:sp>
          <p:nvSpPr>
            <p:cNvPr id="98" name="Google Shape;62;p14">
              <a:extLst>
                <a:ext uri="{FF2B5EF4-FFF2-40B4-BE49-F238E27FC236}">
                  <a16:creationId xmlns:a16="http://schemas.microsoft.com/office/drawing/2014/main" id="{EC0875CE-D994-F7F0-3DC2-F4896E8F9052}"/>
                </a:ext>
              </a:extLst>
            </p:cNvPr>
            <p:cNvSpPr/>
            <p:nvPr/>
          </p:nvSpPr>
          <p:spPr>
            <a:xfrm>
              <a:off x="2971223" y="1895381"/>
              <a:ext cx="1080600" cy="415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33A85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99" name="Google Shape;63;p14">
              <a:extLst>
                <a:ext uri="{FF2B5EF4-FFF2-40B4-BE49-F238E27FC236}">
                  <a16:creationId xmlns:a16="http://schemas.microsoft.com/office/drawing/2014/main" id="{CD381AB7-06F9-CBAB-3F58-610074A937D5}"/>
                </a:ext>
              </a:extLst>
            </p:cNvPr>
            <p:cNvSpPr txBox="1"/>
            <p:nvPr/>
          </p:nvSpPr>
          <p:spPr>
            <a:xfrm>
              <a:off x="2822503" y="1868176"/>
              <a:ext cx="1396801" cy="6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E374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Homepage</a:t>
              </a:r>
              <a:endParaRPr sz="1000" b="1">
                <a:solidFill>
                  <a:srgbClr val="E374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03" name="Google Shape;67;p14">
            <a:extLst>
              <a:ext uri="{FF2B5EF4-FFF2-40B4-BE49-F238E27FC236}">
                <a16:creationId xmlns:a16="http://schemas.microsoft.com/office/drawing/2014/main" id="{2B358414-DD99-C2A6-5112-D72E35644E2F}"/>
              </a:ext>
            </a:extLst>
          </p:cNvPr>
          <p:cNvGrpSpPr/>
          <p:nvPr/>
        </p:nvGrpSpPr>
        <p:grpSpPr>
          <a:xfrm>
            <a:off x="7427878" y="2280786"/>
            <a:ext cx="1157237" cy="935001"/>
            <a:chOff x="3643719" y="1856052"/>
            <a:chExt cx="1201918" cy="971103"/>
          </a:xfrm>
        </p:grpSpPr>
        <p:grpSp>
          <p:nvGrpSpPr>
            <p:cNvPr id="104" name="Google Shape;68;p14">
              <a:extLst>
                <a:ext uri="{FF2B5EF4-FFF2-40B4-BE49-F238E27FC236}">
                  <a16:creationId xmlns:a16="http://schemas.microsoft.com/office/drawing/2014/main" id="{434422E9-11D2-EBF4-7E8E-8F14C911B03B}"/>
                </a:ext>
              </a:extLst>
            </p:cNvPr>
            <p:cNvGrpSpPr/>
            <p:nvPr/>
          </p:nvGrpSpPr>
          <p:grpSpPr>
            <a:xfrm>
              <a:off x="3841933" y="1993635"/>
              <a:ext cx="1003704" cy="833520"/>
              <a:chOff x="5226202" y="1588400"/>
              <a:chExt cx="1245600" cy="1034400"/>
            </a:xfrm>
          </p:grpSpPr>
          <p:sp>
            <p:nvSpPr>
              <p:cNvPr id="107" name="Google Shape;69;p14">
                <a:extLst>
                  <a:ext uri="{FF2B5EF4-FFF2-40B4-BE49-F238E27FC236}">
                    <a16:creationId xmlns:a16="http://schemas.microsoft.com/office/drawing/2014/main" id="{976C7427-B9D6-896D-C000-4E692A7F4547}"/>
                  </a:ext>
                </a:extLst>
              </p:cNvPr>
              <p:cNvSpPr/>
              <p:nvPr/>
            </p:nvSpPr>
            <p:spPr>
              <a:xfrm>
                <a:off x="5281670" y="1588400"/>
                <a:ext cx="1113300" cy="1034400"/>
              </a:xfrm>
              <a:prstGeom prst="diamond">
                <a:avLst/>
              </a:prstGeom>
              <a:noFill/>
              <a:ln w="19050" cap="flat" cmpd="sng">
                <a:solidFill>
                  <a:srgbClr val="4285F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rgbClr val="4285F4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08" name="Google Shape;70;p14">
                <a:extLst>
                  <a:ext uri="{FF2B5EF4-FFF2-40B4-BE49-F238E27FC236}">
                    <a16:creationId xmlns:a16="http://schemas.microsoft.com/office/drawing/2014/main" id="{72ECA40D-ECD6-7712-6813-6B477363CF10}"/>
                  </a:ext>
                </a:extLst>
              </p:cNvPr>
              <p:cNvSpPr txBox="1"/>
              <p:nvPr/>
            </p:nvSpPr>
            <p:spPr>
              <a:xfrm>
                <a:off x="5226202" y="1734030"/>
                <a:ext cx="1245600" cy="666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967D2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Feels appealing?</a:t>
                </a:r>
                <a:endParaRPr sz="1000" b="1">
                  <a:solidFill>
                    <a:srgbClr val="1967D2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sp>
          <p:nvSpPr>
            <p:cNvPr id="105" name="Google Shape;71;p14">
              <a:extLst>
                <a:ext uri="{FF2B5EF4-FFF2-40B4-BE49-F238E27FC236}">
                  <a16:creationId xmlns:a16="http://schemas.microsoft.com/office/drawing/2014/main" id="{64DB1496-8DD8-269A-FA2D-54303012C80C}"/>
                </a:ext>
              </a:extLst>
            </p:cNvPr>
            <p:cNvSpPr txBox="1"/>
            <p:nvPr/>
          </p:nvSpPr>
          <p:spPr>
            <a:xfrm>
              <a:off x="3643719" y="2241596"/>
              <a:ext cx="280501" cy="2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latin typeface="Google Sans"/>
                  <a:ea typeface="Google Sans"/>
                  <a:cs typeface="Google Sans"/>
                  <a:sym typeface="Google Sans"/>
                </a:rPr>
                <a:t>Y</a:t>
              </a:r>
              <a:endParaRPr sz="900"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106" name="Google Shape;72;p14">
              <a:extLst>
                <a:ext uri="{FF2B5EF4-FFF2-40B4-BE49-F238E27FC236}">
                  <a16:creationId xmlns:a16="http://schemas.microsoft.com/office/drawing/2014/main" id="{AED8A26A-5CF3-22FB-2E34-EBF1867782A2}"/>
                </a:ext>
              </a:extLst>
            </p:cNvPr>
            <p:cNvSpPr txBox="1"/>
            <p:nvPr/>
          </p:nvSpPr>
          <p:spPr>
            <a:xfrm>
              <a:off x="3940444" y="1856052"/>
              <a:ext cx="280499" cy="36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000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N</a:t>
              </a:r>
              <a:endParaRPr b="1"/>
            </a:p>
          </p:txBody>
        </p:sp>
      </p:grpSp>
      <p:cxnSp>
        <p:nvCxnSpPr>
          <p:cNvPr id="110" name="Google Shape;64;p14">
            <a:extLst>
              <a:ext uri="{FF2B5EF4-FFF2-40B4-BE49-F238E27FC236}">
                <a16:creationId xmlns:a16="http://schemas.microsoft.com/office/drawing/2014/main" id="{886F3819-AAB1-585A-84C2-184BA803672C}"/>
              </a:ext>
            </a:extLst>
          </p:cNvPr>
          <p:cNvCxnSpPr/>
          <p:nvPr/>
        </p:nvCxnSpPr>
        <p:spPr>
          <a:xfrm>
            <a:off x="1021800" y="1292286"/>
            <a:ext cx="417900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65;p14">
            <a:extLst>
              <a:ext uri="{FF2B5EF4-FFF2-40B4-BE49-F238E27FC236}">
                <a16:creationId xmlns:a16="http://schemas.microsoft.com/office/drawing/2014/main" id="{90B84A18-0E7B-D9F4-089C-C76ACEF9D24C}"/>
              </a:ext>
            </a:extLst>
          </p:cNvPr>
          <p:cNvCxnSpPr>
            <a:cxnSpLocks/>
          </p:cNvCxnSpPr>
          <p:nvPr/>
        </p:nvCxnSpPr>
        <p:spPr>
          <a:xfrm flipH="1">
            <a:off x="8093632" y="1669453"/>
            <a:ext cx="8287" cy="553294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66;p14">
            <a:extLst>
              <a:ext uri="{FF2B5EF4-FFF2-40B4-BE49-F238E27FC236}">
                <a16:creationId xmlns:a16="http://schemas.microsoft.com/office/drawing/2014/main" id="{C8EF9D6A-6E1F-B3D0-EB51-272D8A0557FD}"/>
              </a:ext>
            </a:extLst>
          </p:cNvPr>
          <p:cNvCxnSpPr>
            <a:cxnSpLocks/>
            <a:stCxn id="106" idx="1"/>
          </p:cNvCxnSpPr>
          <p:nvPr/>
        </p:nvCxnSpPr>
        <p:spPr>
          <a:xfrm rot="10800000">
            <a:off x="6931350" y="1699510"/>
            <a:ext cx="782222" cy="758341"/>
          </a:xfrm>
          <a:prstGeom prst="curvedConnector3">
            <a:avLst>
              <a:gd name="adj1" fmla="val 99790"/>
            </a:avLst>
          </a:prstGeom>
          <a:noFill/>
          <a:ln w="19050" cap="flat" cmpd="sng">
            <a:solidFill>
              <a:srgbClr val="E94335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113" name="Google Shape;64;p14">
            <a:extLst>
              <a:ext uri="{FF2B5EF4-FFF2-40B4-BE49-F238E27FC236}">
                <a16:creationId xmlns:a16="http://schemas.microsoft.com/office/drawing/2014/main" id="{881A287A-82AC-092F-86AC-CFED7AFCA52B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2318425" y="1159686"/>
            <a:ext cx="367625" cy="173148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64;p14">
            <a:extLst>
              <a:ext uri="{FF2B5EF4-FFF2-40B4-BE49-F238E27FC236}">
                <a16:creationId xmlns:a16="http://schemas.microsoft.com/office/drawing/2014/main" id="{2A90E28C-5FEA-6343-1C6F-6DF88B319423}"/>
              </a:ext>
            </a:extLst>
          </p:cNvPr>
          <p:cNvCxnSpPr/>
          <p:nvPr/>
        </p:nvCxnSpPr>
        <p:spPr>
          <a:xfrm>
            <a:off x="3440333" y="1663930"/>
            <a:ext cx="417900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64;p14">
            <a:extLst>
              <a:ext uri="{FF2B5EF4-FFF2-40B4-BE49-F238E27FC236}">
                <a16:creationId xmlns:a16="http://schemas.microsoft.com/office/drawing/2014/main" id="{5B2260B4-BF4E-21CD-B436-FCAABC4126FD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2318425" y="1332834"/>
            <a:ext cx="367625" cy="191329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64;p14">
            <a:extLst>
              <a:ext uri="{FF2B5EF4-FFF2-40B4-BE49-F238E27FC236}">
                <a16:creationId xmlns:a16="http://schemas.microsoft.com/office/drawing/2014/main" id="{EB571B44-9094-CBA3-0E8D-2779B4EBBBCE}"/>
              </a:ext>
            </a:extLst>
          </p:cNvPr>
          <p:cNvCxnSpPr>
            <a:cxnSpLocks/>
          </p:cNvCxnSpPr>
          <p:nvPr/>
        </p:nvCxnSpPr>
        <p:spPr>
          <a:xfrm>
            <a:off x="3440333" y="967387"/>
            <a:ext cx="1693642" cy="283638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64;p14">
            <a:extLst>
              <a:ext uri="{FF2B5EF4-FFF2-40B4-BE49-F238E27FC236}">
                <a16:creationId xmlns:a16="http://schemas.microsoft.com/office/drawing/2014/main" id="{D9E67489-3DA6-E07D-BD3F-B2878FA2D817}"/>
              </a:ext>
            </a:extLst>
          </p:cNvPr>
          <p:cNvCxnSpPr>
            <a:cxnSpLocks/>
            <a:endCxn id="96" idx="1"/>
          </p:cNvCxnSpPr>
          <p:nvPr/>
        </p:nvCxnSpPr>
        <p:spPr>
          <a:xfrm flipV="1">
            <a:off x="4602383" y="1348802"/>
            <a:ext cx="560718" cy="312183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64;p14">
            <a:extLst>
              <a:ext uri="{FF2B5EF4-FFF2-40B4-BE49-F238E27FC236}">
                <a16:creationId xmlns:a16="http://schemas.microsoft.com/office/drawing/2014/main" id="{204DCB35-ADD9-4874-0BA1-535CE9DFCD6E}"/>
              </a:ext>
            </a:extLst>
          </p:cNvPr>
          <p:cNvCxnSpPr/>
          <p:nvPr/>
        </p:nvCxnSpPr>
        <p:spPr>
          <a:xfrm>
            <a:off x="6085285" y="1292286"/>
            <a:ext cx="417900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64;p14">
            <a:extLst>
              <a:ext uri="{FF2B5EF4-FFF2-40B4-BE49-F238E27FC236}">
                <a16:creationId xmlns:a16="http://schemas.microsoft.com/office/drawing/2014/main" id="{6DF40A38-4726-8B90-627F-D87A1DB977A0}"/>
              </a:ext>
            </a:extLst>
          </p:cNvPr>
          <p:cNvCxnSpPr/>
          <p:nvPr/>
        </p:nvCxnSpPr>
        <p:spPr>
          <a:xfrm>
            <a:off x="7305685" y="1292286"/>
            <a:ext cx="417900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64;p14">
            <a:extLst>
              <a:ext uri="{FF2B5EF4-FFF2-40B4-BE49-F238E27FC236}">
                <a16:creationId xmlns:a16="http://schemas.microsoft.com/office/drawing/2014/main" id="{3D3EE506-1CC6-52A7-F003-B29D83981422}"/>
              </a:ext>
            </a:extLst>
          </p:cNvPr>
          <p:cNvCxnSpPr>
            <a:cxnSpLocks/>
          </p:cNvCxnSpPr>
          <p:nvPr/>
        </p:nvCxnSpPr>
        <p:spPr>
          <a:xfrm flipH="1">
            <a:off x="6975061" y="2836612"/>
            <a:ext cx="44523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64;p14">
            <a:extLst>
              <a:ext uri="{FF2B5EF4-FFF2-40B4-BE49-F238E27FC236}">
                <a16:creationId xmlns:a16="http://schemas.microsoft.com/office/drawing/2014/main" id="{5564C5C8-BCA4-E271-98D4-CD9B51A798D8}"/>
              </a:ext>
            </a:extLst>
          </p:cNvPr>
          <p:cNvCxnSpPr>
            <a:cxnSpLocks/>
          </p:cNvCxnSpPr>
          <p:nvPr/>
        </p:nvCxnSpPr>
        <p:spPr>
          <a:xfrm flipH="1">
            <a:off x="5574959" y="2843490"/>
            <a:ext cx="44523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" name="Google Shape;64;p14">
            <a:extLst>
              <a:ext uri="{FF2B5EF4-FFF2-40B4-BE49-F238E27FC236}">
                <a16:creationId xmlns:a16="http://schemas.microsoft.com/office/drawing/2014/main" id="{E7FCDE87-CD63-6922-C3F5-285F4DD75CBA}"/>
              </a:ext>
            </a:extLst>
          </p:cNvPr>
          <p:cNvCxnSpPr>
            <a:cxnSpLocks/>
          </p:cNvCxnSpPr>
          <p:nvPr/>
        </p:nvCxnSpPr>
        <p:spPr>
          <a:xfrm flipH="1">
            <a:off x="4174857" y="2850368"/>
            <a:ext cx="44523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64;p14">
            <a:extLst>
              <a:ext uri="{FF2B5EF4-FFF2-40B4-BE49-F238E27FC236}">
                <a16:creationId xmlns:a16="http://schemas.microsoft.com/office/drawing/2014/main" id="{7E7AB53D-99D7-75B1-F6E1-368BA4913542}"/>
              </a:ext>
            </a:extLst>
          </p:cNvPr>
          <p:cNvCxnSpPr>
            <a:cxnSpLocks/>
          </p:cNvCxnSpPr>
          <p:nvPr/>
        </p:nvCxnSpPr>
        <p:spPr>
          <a:xfrm flipH="1">
            <a:off x="2829711" y="2861124"/>
            <a:ext cx="44523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64;p14">
            <a:extLst>
              <a:ext uri="{FF2B5EF4-FFF2-40B4-BE49-F238E27FC236}">
                <a16:creationId xmlns:a16="http://schemas.microsoft.com/office/drawing/2014/main" id="{BBE321E8-55EB-21F5-5471-B59C00C67A8B}"/>
              </a:ext>
            </a:extLst>
          </p:cNvPr>
          <p:cNvCxnSpPr>
            <a:cxnSpLocks/>
          </p:cNvCxnSpPr>
          <p:nvPr/>
        </p:nvCxnSpPr>
        <p:spPr>
          <a:xfrm flipH="1" flipV="1">
            <a:off x="1588245" y="2651997"/>
            <a:ext cx="385553" cy="219147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" name="Google Shape;64;p14">
            <a:extLst>
              <a:ext uri="{FF2B5EF4-FFF2-40B4-BE49-F238E27FC236}">
                <a16:creationId xmlns:a16="http://schemas.microsoft.com/office/drawing/2014/main" id="{779B014D-C367-6CBF-13C3-FA136B47FD7C}"/>
              </a:ext>
            </a:extLst>
          </p:cNvPr>
          <p:cNvCxnSpPr>
            <a:cxnSpLocks/>
          </p:cNvCxnSpPr>
          <p:nvPr/>
        </p:nvCxnSpPr>
        <p:spPr>
          <a:xfrm flipH="1">
            <a:off x="1594760" y="2871144"/>
            <a:ext cx="379038" cy="217494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89598A6A-7A07-6965-B0D6-CA89B68EA024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-60166" y="3245719"/>
            <a:ext cx="1559076" cy="711892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EB48436-4440-3C42-5147-644287C3DA37}"/>
              </a:ext>
            </a:extLst>
          </p:cNvPr>
          <p:cNvCxnSpPr>
            <a:cxnSpLocks/>
          </p:cNvCxnSpPr>
          <p:nvPr/>
        </p:nvCxnSpPr>
        <p:spPr>
          <a:xfrm flipV="1">
            <a:off x="355847" y="2632770"/>
            <a:ext cx="411019" cy="201243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A9E304C-9A16-1802-CB29-4270884929B6}"/>
              </a:ext>
            </a:extLst>
          </p:cNvPr>
          <p:cNvCxnSpPr>
            <a:cxnSpLocks/>
          </p:cNvCxnSpPr>
          <p:nvPr/>
        </p:nvCxnSpPr>
        <p:spPr>
          <a:xfrm>
            <a:off x="367106" y="2831604"/>
            <a:ext cx="415920" cy="279694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Google Shape;64;p14">
            <a:extLst>
              <a:ext uri="{FF2B5EF4-FFF2-40B4-BE49-F238E27FC236}">
                <a16:creationId xmlns:a16="http://schemas.microsoft.com/office/drawing/2014/main" id="{4BEEAA64-913C-9694-87E1-2696D69B6184}"/>
              </a:ext>
            </a:extLst>
          </p:cNvPr>
          <p:cNvCxnSpPr>
            <a:cxnSpLocks/>
          </p:cNvCxnSpPr>
          <p:nvPr/>
        </p:nvCxnSpPr>
        <p:spPr>
          <a:xfrm>
            <a:off x="1954023" y="4385562"/>
            <a:ext cx="46380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64;p14">
            <a:extLst>
              <a:ext uri="{FF2B5EF4-FFF2-40B4-BE49-F238E27FC236}">
                <a16:creationId xmlns:a16="http://schemas.microsoft.com/office/drawing/2014/main" id="{654B7575-0B8F-37D6-45A8-FC4E457A13AF}"/>
              </a:ext>
            </a:extLst>
          </p:cNvPr>
          <p:cNvCxnSpPr>
            <a:cxnSpLocks/>
          </p:cNvCxnSpPr>
          <p:nvPr/>
        </p:nvCxnSpPr>
        <p:spPr>
          <a:xfrm>
            <a:off x="3486452" y="4381203"/>
            <a:ext cx="46380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64;p14">
            <a:extLst>
              <a:ext uri="{FF2B5EF4-FFF2-40B4-BE49-F238E27FC236}">
                <a16:creationId xmlns:a16="http://schemas.microsoft.com/office/drawing/2014/main" id="{6BE76372-79A4-1E7C-ACB9-F852885B9A0D}"/>
              </a:ext>
            </a:extLst>
          </p:cNvPr>
          <p:cNvCxnSpPr>
            <a:cxnSpLocks/>
          </p:cNvCxnSpPr>
          <p:nvPr/>
        </p:nvCxnSpPr>
        <p:spPr>
          <a:xfrm>
            <a:off x="4936886" y="4365561"/>
            <a:ext cx="46380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64;p14">
            <a:extLst>
              <a:ext uri="{FF2B5EF4-FFF2-40B4-BE49-F238E27FC236}">
                <a16:creationId xmlns:a16="http://schemas.microsoft.com/office/drawing/2014/main" id="{4F33C1C6-83CA-B34E-C803-6EF93980B5CD}"/>
              </a:ext>
            </a:extLst>
          </p:cNvPr>
          <p:cNvCxnSpPr>
            <a:cxnSpLocks/>
          </p:cNvCxnSpPr>
          <p:nvPr/>
        </p:nvCxnSpPr>
        <p:spPr>
          <a:xfrm>
            <a:off x="6681346" y="4348529"/>
            <a:ext cx="463809" cy="0"/>
          </a:xfrm>
          <a:prstGeom prst="straightConnector1">
            <a:avLst/>
          </a:prstGeom>
          <a:noFill/>
          <a:ln w="19050" cap="flat" cmpd="sng">
            <a:solidFill>
              <a:srgbClr val="E9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66;p14">
            <a:extLst>
              <a:ext uri="{FF2B5EF4-FFF2-40B4-BE49-F238E27FC236}">
                <a16:creationId xmlns:a16="http://schemas.microsoft.com/office/drawing/2014/main" id="{C7604E23-B944-BAAF-0202-988E0D2ADB80}"/>
              </a:ext>
            </a:extLst>
          </p:cNvPr>
          <p:cNvCxnSpPr>
            <a:cxnSpLocks/>
            <a:stCxn id="47" idx="0"/>
          </p:cNvCxnSpPr>
          <p:nvPr/>
        </p:nvCxnSpPr>
        <p:spPr>
          <a:xfrm rot="16200000" flipH="1" flipV="1">
            <a:off x="4978463" y="3187053"/>
            <a:ext cx="265187" cy="1375850"/>
          </a:xfrm>
          <a:prstGeom prst="curvedConnector4">
            <a:avLst>
              <a:gd name="adj1" fmla="val -90391"/>
              <a:gd name="adj2" fmla="val 100111"/>
            </a:avLst>
          </a:prstGeom>
          <a:noFill/>
          <a:ln w="19050" cap="flat" cmpd="sng">
            <a:solidFill>
              <a:srgbClr val="E94335"/>
            </a:solidFill>
            <a:prstDash val="dot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66</Words>
  <Application>Microsoft Macintosh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Arial</vt:lpstr>
      <vt:lpstr>Open Sans</vt:lpstr>
      <vt:lpstr>Simple Light</vt:lpstr>
      <vt:lpstr>User task: Use Kayye to order books with home delivery service for returning user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tikayuandra30</cp:lastModifiedBy>
  <cp:revision>4</cp:revision>
  <dcterms:modified xsi:type="dcterms:W3CDTF">2025-12-28T13:04:21Z</dcterms:modified>
</cp:coreProperties>
</file>